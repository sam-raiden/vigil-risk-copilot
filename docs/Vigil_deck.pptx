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54864"/>
          </a:xfrm>
          <a:prstGeom prst="rect">
            <a:avLst/>
          </a:prstGeom>
          <a:solidFill>
            <a:srgbClr val="009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6000" b="1">
                <a:solidFill>
                  <a:srgbClr val="FFFFFF"/>
                </a:solidFill>
              </a:defRPr>
            </a:pPr>
            <a:r>
              <a:t>Vigil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FFFFFF"/>
                </a:solidFill>
              </a:defRPr>
            </a:pPr>
            <a:r>
              <a:t>A cited risk, fraud and regulatory copilot for banking and NBFC compliance</a:t>
            </a:r>
          </a:p>
          <a:p>
            <a:pPr>
              <a:spcAft>
                <a:spcPts val="800"/>
              </a:spcAft>
              <a:defRPr sz="2200" b="0">
                <a:solidFill>
                  <a:srgbClr val="FFFFFF"/>
                </a:solidFill>
              </a:defRPr>
            </a:pPr>
            <a:r>
              <a:t>Built with Snowflake CoCo | synthetic data | GCC Edition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Compliance teams get an alert, then assemble the evidence and the matching policy clause by hand.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Fraud rings are harder: each account looks ordinary on its own, so per-transaction rules never fire.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Goal: signal -&gt; evidence -&gt; documented finding, from a plain-English question.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What Vigil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Fraud / AML: structuring, high-risk remittances, velocity, and ring detection over a relationship graph.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Liquidity: LCR calculation and breach history with the Basel III clause.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Credit: NPA classification and provisioning with the RBI IRAC clause.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Every answer cites a record ID and a policy document + clause, or says it cannot.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A copilot: a human signs off on every filing; nothing acts unasked.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Architecture (all in Snowflake)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8 tables / Dynamic Tables in VIGIL.CORE: customers, accounts, transactions, alerts, LCR snapshots, credit profiles, RING_EDGES, RINGS.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Cortex Search over 35 numbered policy clauses; semantic view with 6 verified queries.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One Cortex Agent, three tools: analytics, policy search, ring lookup.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Streamlit-in-Snowflake app: branded AI-assistant-style chat (logo, hero, coloured cards) with inline cited answers + ring graph + finding download.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The novel piece: ring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RING_EDGES: pairs of different accounts that paid the same counterparty within 72 hours.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Hub filter: drop counterparties paid by more than 8 distinct accounts (utilities).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RINGS: connected components of 3+ accounts (5 min-label-propagation steps; Dynamic Tables cannot recurse).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Measured on the seeded data: 2,436 edges without the filter, 10 with it, exactly one ring: ACC-0031..0035 via 'Orion Trading Co'.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The seeded utility (25 payers) is not reported as a 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280"/>
                </a:solidFill>
              </a:defRPr>
            </a:pPr>
            <a:r>
              <a:t>Threshold 8 is tuned on one synthetic case.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Policy-grounded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Six policy documents, 35 numbered clauses, including POL-AML-001 Clause 4.5 (RING_PATTERN).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Agent rules: cite record ID + clause; state uncertainty; ask which account/loan when unspecified; always check the ring lookup for fraud questions.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No external tool exists, so the agent cannot post anywhere; it says a human must.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The app shows a 'Not citable' warning instead of presenting an uncited answer as a finding.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Built through CoCo, tested for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Every Snowflake object was generated and run through CoCo; prompts and results are logged per phase in the repo.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Semantic view: 6 verified questions, 0 mismatches against seeded facts (CoCo's check).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Agent: 10 scripted calls, 9 clean passes + 1 with a caveat (LN-0033 clause cited only via search annotations).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Caught by opening the app: a first-build UI crash that CoCo's backend-only tests had missed; fixed through CoCo.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Measured timings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Single-turn agent calls, wall-clock around the call (n = 1 each):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Ambiguous question 5.7 s | NPA 21.4 s | LCR 29.2 s | structuring 31.0 s | velocity 31.5 s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Ring 32.6 s | high-risk remittance 32.8 s | utility check 33.3 s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The app itself measured 28.4 s for the ring question from the UI.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No manual baseline was measured, so no speed-up claim is made.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280"/>
                </a:solidFill>
              </a:defRPr>
            </a:pPr>
            <a:r>
              <a:t>Single runs, not averages; model latency varies.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Honest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Small synthetic dataset (hundreds of transactions); threshold tuned on one case.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Exact-name matching only; no device attribute; no EDD record table (EDD shown as unknown).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No live regulatory feed; no second agent or external connector; nothing posts externally.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The app runs inside Snowflake and needs a login. A human signs off on every filing.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Fuzzy entity resolution and a device/IP attribute for the graph.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Calibrate the hub threshold on a larger synthetic set.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Add an EDD record table so EDD status is a fact, not 'unknown'.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Scale and cost testing before any real-data pilot.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